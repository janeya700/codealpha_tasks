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731520"/>
            <a:ext cx="73152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731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444"/>
                </a:solidFill>
              </a:rPr>
              <a:t>⚠  PHISHING AWARENESS TRAINING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Protect Yourself &amp; Your Organization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49E"/>
                </a:solidFill>
              </a:rPr>
              <a:t>Understanding Phishing Attacks | Warning Signs | Best Practices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Presented by: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Muhammad Behlool Abbas</a:t>
            </a:r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   |   Ethical Hacker | CEH | Penetration Tester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681"/>
                </a:solidFill>
              </a:rPr>
              <a:t>CodeAlpha — Cyber Security Internship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Phishing?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Phishing is a cyber attack where hackers impersonate trusted entities to steal sensitive information like passwords, credit card numbers, or personal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8404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6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3840480" cy="411480"/>
          </a:xfrm>
          <a:prstGeom prst="rect">
            <a:avLst/>
          </a:prstGeom>
          <a:solidFill>
            <a:srgbClr val="FF663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World Analogy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fake postman comes to your door wearing a uniform and asks for Rs 500 for a parcel.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You pay — then realize he was never a real postman!
</a:t>
            </a:r>
            <a:pPr indent="0" marL="0">
              <a:buNone/>
            </a:pPr>
            <a:r>
              <a:rPr lang="en-US" sz="1200" b="1" dirty="0">
                <a:solidFill>
                  <a:srgbClr val="FF6633"/>
                </a:solidFill>
              </a:rPr>
              <a:t>Online phishing works EXACTLY the same way.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38404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011680"/>
            <a:ext cx="3840480" cy="41148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Online Version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Fake email arrives:
</a:t>
            </a:r>
            <a:pPr indent="0" marL="0">
              <a:buNone/>
            </a:pPr>
            <a:r>
              <a:rPr lang="en-US" sz="1200" i="1" dirty="0">
                <a:solidFill>
                  <a:srgbClr val="FF4444"/>
                </a:solidFill>
              </a:rPr>
              <a:t>"Your HBL account is blocked!
Click here to verify!"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You click → fake website → enter password → </a:t>
            </a:r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</a:rPr>
              <a:t>STOLEN!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6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Types of Phishing Attacks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59436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Email Phishing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Bulk fake emails from banks, Google, Facebook impersonation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6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005840"/>
            <a:ext cx="2011680" cy="594360"/>
          </a:xfrm>
          <a:prstGeom prst="rect">
            <a:avLst/>
          </a:prstGeom>
          <a:solidFill>
            <a:srgbClr val="FF6633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005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Spear Phishing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Targeted attack on specific person using their personal details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20116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05840"/>
            <a:ext cx="2011680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05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Smishing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SMS phishing — fake OTP messages and bank alerts via text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005840"/>
            <a:ext cx="20116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1005840"/>
            <a:ext cx="2011680" cy="594360"/>
          </a:xfrm>
          <a:prstGeom prst="rect">
            <a:avLst/>
          </a:prstGeom>
          <a:solidFill>
            <a:srgbClr val="28C84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005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Vishing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233172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Voice phishing — phone calls pretending to be bank or FBR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All types share one goal: STEAL your information through deception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 Phishing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029200" cy="3657600"/>
          </a:xfrm>
          <a:prstGeom prst="rect">
            <a:avLst/>
          </a:prstGeom>
          <a:solidFill>
            <a:srgbClr val="161B22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5029200" cy="411480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444"/>
                </a:solidFill>
              </a:rPr>
              <a:t>📧 FAKE EMAIL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From: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</a:rPr>
              <a:t>support@paypa1.com  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To: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1709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you@email.com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025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Subject: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002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</a:rPr>
              <a:t>URGENT! Account Suspended!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4846320" cy="1828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231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Dear User,
</a:t>
            </a:r>
            <a:pPr indent="0" marL="0">
              <a:buNone/>
            </a:pPr>
            <a:r>
              <a:rPr lang="en-US" sz="1200" dirty="0">
                <a:solidFill>
                  <a:srgbClr val="FF4444"/>
                </a:solidFill>
              </a:rPr>
              <a:t>Your PayPal account has been suspended!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Click here immediately:
</a:t>
            </a:r>
            <a:pPr indent="0" marL="0">
              <a:buNone/>
            </a:pPr>
            <a:r>
              <a:rPr lang="en-US" sz="1200" i="1" dirty="0">
                <a:solidFill>
                  <a:srgbClr val="FF4444"/>
                </a:solidFill>
              </a:rPr>
              <a:t>http://paypal-secure-login.xyz
</a:t>
            </a:r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</a:rPr>
              <a:t>Act NOW or lose access forever!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</a:rPr>
              <a:t>WARNING SIGNS: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0" y="1371600"/>
            <a:ext cx="31089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1. paypa1.com — '1' not 'l'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1901952"/>
            <a:ext cx="31089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019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2. Generic: 'Dear User'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2432304"/>
            <a:ext cx="31089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4323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3. Threatening language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2962656"/>
            <a:ext cx="31089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29626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4. Suspicious .xyz link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3493008"/>
            <a:ext cx="31089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4930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5. Extreme urgency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6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 Warning Signs of Phishing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57200" cy="9144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Suspicious Email Address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paypa1.com instead of paypal.com — look for character swaps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6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457200" cy="914400"/>
          </a:xfrm>
          <a:prstGeom prst="rect">
            <a:avLst/>
          </a:prstGeom>
          <a:solidFill>
            <a:srgbClr val="FF663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1051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Urgent / Threatening Language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4630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"Act NOW!" "Account DELETED!" — creating panic to rush you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011680"/>
            <a:ext cx="457200" cy="9144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0116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2057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Suspicious Links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4688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Hover before clicking — fake URLs like paypal-secure.xyz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6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011680"/>
            <a:ext cx="457200" cy="914400"/>
          </a:xfrm>
          <a:prstGeom prst="rect">
            <a:avLst/>
          </a:prstGeom>
          <a:solidFill>
            <a:srgbClr val="FF6633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116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2057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Generic Greeting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4688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"Dear User" instead of your real name — mass sent emails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017520"/>
            <a:ext cx="457200" cy="9144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0175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" y="30632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Grammar Mistakes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4747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Poor English, spelling errors — sign of amateur attackers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6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017520"/>
            <a:ext cx="457200" cy="914400"/>
          </a:xfrm>
          <a:prstGeom prst="rect">
            <a:avLst/>
          </a:prstGeom>
          <a:solidFill>
            <a:srgbClr val="FF6633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0175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57800" y="30632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Unexpected Attachments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34747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Random PDF, ZIP, EXE files — could contain malware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Social Engineering Tactics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Hackers don't just attack computers — they attack the HUMAN MIND!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7432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54480"/>
            <a:ext cx="2743200" cy="3200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Urgency &amp; Fear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"Account deleted in 2 hours!" — panic = bad decisions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7432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6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554480"/>
            <a:ext cx="2743200" cy="320040"/>
          </a:xfrm>
          <a:prstGeom prst="rect">
            <a:avLst/>
          </a:prstGeom>
          <a:solidFill>
            <a:srgbClr val="FF6633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Authority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90195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"I am from FBR/Bank/Microsoft" — big names intimidate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27432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54480"/>
            <a:ext cx="2743200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Curiosity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190195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"Your photos leaked!" — curiosity makes you click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27432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06040"/>
            <a:ext cx="2743200" cy="320040"/>
          </a:xfrm>
          <a:prstGeom prst="rect">
            <a:avLst/>
          </a:prstGeom>
          <a:solidFill>
            <a:srgbClr val="28C8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Pretexting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29535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Fake full story — 'I am your IT team, give me access'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606040"/>
            <a:ext cx="27432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6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2606040"/>
            <a:ext cx="2743200" cy="320040"/>
          </a:xfrm>
          <a:prstGeom prst="rect">
            <a:avLst/>
          </a:prstGeom>
          <a:solidFill>
            <a:srgbClr val="FF6633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Quid Pro Quo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29535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"Free iPhone — just fill this form" — greed exploit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606040"/>
            <a:ext cx="27432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606040"/>
            <a:ext cx="2743200" cy="3200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Tailgating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29535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Physical — follow employee into secure building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A1A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D4FF"/>
                </a:solidFill>
              </a:rPr>
              <a:t>Famous Example: Twitter 2020 — One phone call → Obama, Musk, Apple accounts hacked → $120,000 stolen!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C8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to Protect Yourself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840"/>
                </a:solidFill>
              </a:rPr>
              <a:t>📧  Check Email Carefully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Verify sender address character by character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Hover over links before clicking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Never open unexpected attachments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840"/>
                </a:solidFill>
              </a:rPr>
              <a:t>🔐  Strong Password Habits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Different password for every website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 a password manager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Never share passwords on phone/email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71800"/>
            <a:ext cx="4114800" cy="457200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840"/>
                </a:solidFill>
              </a:rPr>
              <a:t>📱  Enable 2FA Everywhere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Gmail, LinkedIn, Facebook, banking apps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Even if password stolen — 2FA blocks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 authenticator app over SMS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971800"/>
            <a:ext cx="4114800" cy="457200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C840"/>
                </a:solidFill>
              </a:rPr>
              <a:t>🧠  Stay Alert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Urgency = red flag — slow down and think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Verify unexpected requests via official channels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When in doubt — don't click!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6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Quick Quiz — Test Yourself!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6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Q1: You receive "Dear User, your Gmail will be deleted! Click: http://gmail-verify.tk" — What do you do?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</a:rPr>
              <a:t>A) Click — it's urgent!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931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B) Ignore and delete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3931920" cy="365760"/>
          </a:xfrm>
          <a:prstGeom prst="rect">
            <a:avLst/>
          </a:prstGeom>
          <a:solidFill>
            <a:srgbClr val="0A1F0A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C840"/>
                </a:solidFill>
              </a:rPr>
              <a:t>C) Go to gmail.com directly to verify ✓ CORRECT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85953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6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97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Q2: Phone call: "I am from HBL Bank — your account is blocked — tell me your OTP!" — What do you do?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42976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</a:rPr>
              <a:t>A) Give OTP — it's the bank!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297680" cy="365760"/>
          </a:xfrm>
          <a:prstGeom prst="rect">
            <a:avLst/>
          </a:prstGeom>
          <a:solidFill>
            <a:srgbClr val="0A1F0A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C840"/>
                </a:solidFill>
              </a:rPr>
              <a:t>B) Hang up — call bank on official number ✓ CORRECT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42976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69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</a:rPr>
              <a:t>C) Give OTP — account will be blocked!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41148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417320"/>
            <a:ext cx="4114800" cy="36576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Q3: LinkedIn message: 'You won Rs 1,00,000! Send bank details!'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187452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4444"/>
                </a:solidFill>
              </a:rPr>
              <a:t>A) Send details — prize!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8C840"/>
                </a:solidFill>
              </a:rPr>
              <a:t>B) IGNORE — it's a SCAM ✓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4444"/>
                </a:solidFill>
              </a:rPr>
              <a:t>C) Send first then verify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 World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444"/>
                </a:solidFill>
              </a:rPr>
              <a:t>3.4B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Phishing emails sent daily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20116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6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633"/>
                </a:solidFill>
              </a:rPr>
              <a:t>43%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Cyberattacks target small businesses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20116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444"/>
                </a:solidFill>
              </a:rPr>
              <a:t>90%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 breaches start with phishing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20116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6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633"/>
                </a:solidFill>
              </a:rPr>
              <a:t>$17,700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4944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Lost every minute to phishing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85953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17520"/>
            <a:ext cx="8595360" cy="41148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17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🐦 Case Study: Twitter Hack 2020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Attack Method: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Social Engineering — Hacker called Twitter employee pretending to be IT support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Result: </a:t>
            </a:r>
            <a:pPr indent="0" marL="0">
              <a:buNone/>
            </a:pPr>
            <a:r>
              <a:rPr lang="en-US" sz="1200" dirty="0">
                <a:solidFill>
                  <a:srgbClr val="FF4444"/>
                </a:solidFill>
              </a:rPr>
              <a:t>Barack Obama, Elon Musk, Apple accounts compromised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Damage: </a:t>
            </a:r>
            <a:pPr indent="0" marL="0">
              <a:buNone/>
            </a:pPr>
            <a:r>
              <a:rPr lang="en-US" sz="1200" dirty="0">
                <a:solidFill>
                  <a:srgbClr val="FF6633"/>
                </a:solidFill>
              </a:rPr>
              <a:t>$120,000 stolen via Bitcoin scam in hours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C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8C8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75488" cy="475488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Always verify sender email addresses carefully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27048"/>
            <a:ext cx="8229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27048"/>
            <a:ext cx="475488" cy="475488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270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52704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Urgency is a red flag — slow down and think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93976"/>
            <a:ext cx="8229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093976"/>
            <a:ext cx="475488" cy="475488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93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09397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Hover over links before clicking — check the URL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60904"/>
            <a:ext cx="8229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0904"/>
            <a:ext cx="475488" cy="475488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60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66090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Enable 2FA on all important accounts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27832"/>
            <a:ext cx="8229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27832"/>
            <a:ext cx="475488" cy="475488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27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227832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Never share passwords or OTP on phone or email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794760"/>
            <a:ext cx="475488" cy="475488"/>
          </a:xfrm>
          <a:prstGeom prst="rect">
            <a:avLst/>
          </a:prstGeom>
          <a:solidFill>
            <a:srgbClr val="0A1F0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794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79476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When in doubt — don't click — verify first!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A1F0A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Presented by: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Muhammad Behlool Abbas</a:t>
            </a:r>
            <a:pPr algn="ctr" indent="0" marL="0">
              <a:buNone/>
            </a:pPr>
            <a:r>
              <a:rPr lang="en-US" sz="1300" dirty="0">
                <a:solidFill>
                  <a:srgbClr val="28C840"/>
                </a:solidFill>
              </a:rPr>
              <a:t>  |  Ethical Hacker | CEH  |  CodeAlpha Intern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Muhammad Behlool Abbas</dc:creator>
  <cp:lastModifiedBy>Muhammad Behlool Abbas</cp:lastModifiedBy>
  <cp:revision>1</cp:revision>
  <dcterms:created xsi:type="dcterms:W3CDTF">2026-05-30T15:12:29Z</dcterms:created>
  <dcterms:modified xsi:type="dcterms:W3CDTF">2026-05-30T15:12:29Z</dcterms:modified>
</cp:coreProperties>
</file>